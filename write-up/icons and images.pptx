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7C5B"/>
    <a:srgbClr val="FFFFFF"/>
    <a:srgbClr val="053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093713-50DB-40CB-89DB-15035DA89AF5}" v="5" dt="2022-05-31T03:33:55.1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6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Craig" userId="9dee6858f87a00bb" providerId="LiveId" clId="{77093713-50DB-40CB-89DB-15035DA89AF5}"/>
    <pc:docChg chg="undo custSel modSld">
      <pc:chgData name="David Craig" userId="9dee6858f87a00bb" providerId="LiveId" clId="{77093713-50DB-40CB-89DB-15035DA89AF5}" dt="2022-05-31T03:33:55.185" v="28"/>
      <pc:docMkLst>
        <pc:docMk/>
      </pc:docMkLst>
      <pc:sldChg chg="addSp delSp modSp mod">
        <pc:chgData name="David Craig" userId="9dee6858f87a00bb" providerId="LiveId" clId="{77093713-50DB-40CB-89DB-15035DA89AF5}" dt="2022-05-31T03:33:55.185" v="28"/>
        <pc:sldMkLst>
          <pc:docMk/>
          <pc:sldMk cId="2463690688" sldId="257"/>
        </pc:sldMkLst>
        <pc:spChg chg="mod topLvl">
          <ac:chgData name="David Craig" userId="9dee6858f87a00bb" providerId="LiveId" clId="{77093713-50DB-40CB-89DB-15035DA89AF5}" dt="2022-05-31T03:33:51.646" v="25" actId="164"/>
          <ac:spMkLst>
            <pc:docMk/>
            <pc:sldMk cId="2463690688" sldId="257"/>
            <ac:spMk id="17" creationId="{948B69B1-F79D-63D2-AAF6-6B67FD4FEE38}"/>
          </ac:spMkLst>
        </pc:spChg>
        <pc:spChg chg="mod topLvl">
          <ac:chgData name="David Craig" userId="9dee6858f87a00bb" providerId="LiveId" clId="{77093713-50DB-40CB-89DB-15035DA89AF5}" dt="2022-05-31T03:33:51.646" v="25" actId="164"/>
          <ac:spMkLst>
            <pc:docMk/>
            <pc:sldMk cId="2463690688" sldId="257"/>
            <ac:spMk id="18" creationId="{49A0EC7F-7BD9-500F-EC98-7906D4C2C17D}"/>
          </ac:spMkLst>
        </pc:spChg>
        <pc:spChg chg="mod topLvl">
          <ac:chgData name="David Craig" userId="9dee6858f87a00bb" providerId="LiveId" clId="{77093713-50DB-40CB-89DB-15035DA89AF5}" dt="2022-05-31T03:33:51.646" v="25" actId="164"/>
          <ac:spMkLst>
            <pc:docMk/>
            <pc:sldMk cId="2463690688" sldId="257"/>
            <ac:spMk id="22" creationId="{FE895C51-B2C8-F28B-357D-C9DB25DCFA78}"/>
          </ac:spMkLst>
        </pc:spChg>
        <pc:spChg chg="add del mod ord topLvl">
          <ac:chgData name="David Craig" userId="9dee6858f87a00bb" providerId="LiveId" clId="{77093713-50DB-40CB-89DB-15035DA89AF5}" dt="2022-05-31T03:33:51.646" v="25" actId="164"/>
          <ac:spMkLst>
            <pc:docMk/>
            <pc:sldMk cId="2463690688" sldId="257"/>
            <ac:spMk id="24" creationId="{C0D38655-5DD1-882D-F2E3-EB4023753E86}"/>
          </ac:spMkLst>
        </pc:spChg>
        <pc:spChg chg="mod">
          <ac:chgData name="David Craig" userId="9dee6858f87a00bb" providerId="LiveId" clId="{77093713-50DB-40CB-89DB-15035DA89AF5}" dt="2022-05-31T03:33:52.953" v="26"/>
          <ac:spMkLst>
            <pc:docMk/>
            <pc:sldMk cId="2463690688" sldId="257"/>
            <ac:spMk id="31" creationId="{8180EA84-AD14-97C2-08A5-49A71F835A5F}"/>
          </ac:spMkLst>
        </pc:spChg>
        <pc:spChg chg="mod">
          <ac:chgData name="David Craig" userId="9dee6858f87a00bb" providerId="LiveId" clId="{77093713-50DB-40CB-89DB-15035DA89AF5}" dt="2022-05-31T03:33:52.953" v="26"/>
          <ac:spMkLst>
            <pc:docMk/>
            <pc:sldMk cId="2463690688" sldId="257"/>
            <ac:spMk id="32" creationId="{0F94B11D-1D32-2154-36AE-A462B928EBDE}"/>
          </ac:spMkLst>
        </pc:spChg>
        <pc:spChg chg="mod">
          <ac:chgData name="David Craig" userId="9dee6858f87a00bb" providerId="LiveId" clId="{77093713-50DB-40CB-89DB-15035DA89AF5}" dt="2022-05-31T03:33:52.953" v="26"/>
          <ac:spMkLst>
            <pc:docMk/>
            <pc:sldMk cId="2463690688" sldId="257"/>
            <ac:spMk id="34" creationId="{811723D5-20E0-1BE9-35BD-F7A3791F20A6}"/>
          </ac:spMkLst>
        </pc:spChg>
        <pc:spChg chg="mod">
          <ac:chgData name="David Craig" userId="9dee6858f87a00bb" providerId="LiveId" clId="{77093713-50DB-40CB-89DB-15035DA89AF5}" dt="2022-05-31T03:33:52.953" v="26"/>
          <ac:spMkLst>
            <pc:docMk/>
            <pc:sldMk cId="2463690688" sldId="257"/>
            <ac:spMk id="36" creationId="{6FACCD82-5738-7235-CCE1-3BE13F45E61C}"/>
          </ac:spMkLst>
        </pc:spChg>
        <pc:grpChg chg="add mod">
          <ac:chgData name="David Craig" userId="9dee6858f87a00bb" providerId="LiveId" clId="{77093713-50DB-40CB-89DB-15035DA89AF5}" dt="2022-05-31T03:33:51.646" v="25" actId="164"/>
          <ac:grpSpMkLst>
            <pc:docMk/>
            <pc:sldMk cId="2463690688" sldId="257"/>
            <ac:grpSpMk id="4" creationId="{68FB94F5-1B7F-4EFB-1872-0FB6B47DC8D7}"/>
          </ac:grpSpMkLst>
        </pc:grpChg>
        <pc:grpChg chg="add del mod">
          <ac:chgData name="David Craig" userId="9dee6858f87a00bb" providerId="LiveId" clId="{77093713-50DB-40CB-89DB-15035DA89AF5}" dt="2022-05-31T03:33:54.867" v="27"/>
          <ac:grpSpMkLst>
            <pc:docMk/>
            <pc:sldMk cId="2463690688" sldId="257"/>
            <ac:grpSpMk id="19" creationId="{1F96F954-CCFD-1CC1-CCD6-AC574FB05001}"/>
          </ac:grpSpMkLst>
        </pc:grpChg>
        <pc:grpChg chg="del">
          <ac:chgData name="David Craig" userId="9dee6858f87a00bb" providerId="LiveId" clId="{77093713-50DB-40CB-89DB-15035DA89AF5}" dt="2022-05-31T03:32:46.982" v="16" actId="165"/>
          <ac:grpSpMkLst>
            <pc:docMk/>
            <pc:sldMk cId="2463690688" sldId="257"/>
            <ac:grpSpMk id="27" creationId="{FD9ADF15-4F73-D552-FE24-9A823693DAED}"/>
          </ac:grpSpMkLst>
        </pc:grpChg>
        <pc:picChg chg="add mod modCrop">
          <ac:chgData name="David Craig" userId="9dee6858f87a00bb" providerId="LiveId" clId="{77093713-50DB-40CB-89DB-15035DA89AF5}" dt="2022-05-31T03:33:51.646" v="25" actId="164"/>
          <ac:picMkLst>
            <pc:docMk/>
            <pc:sldMk cId="2463690688" sldId="257"/>
            <ac:picMk id="3" creationId="{FDE15657-3668-33CF-7595-EF9197327AD8}"/>
          </ac:picMkLst>
        </pc:picChg>
        <pc:picChg chg="mod topLvl">
          <ac:chgData name="David Craig" userId="9dee6858f87a00bb" providerId="LiveId" clId="{77093713-50DB-40CB-89DB-15035DA89AF5}" dt="2022-05-31T03:33:51.646" v="25" actId="164"/>
          <ac:picMkLst>
            <pc:docMk/>
            <pc:sldMk cId="2463690688" sldId="257"/>
            <ac:picMk id="5" creationId="{817AAE15-6484-B88F-C3AE-F26CA9852B94}"/>
          </ac:picMkLst>
        </pc:picChg>
        <pc:picChg chg="add">
          <ac:chgData name="David Craig" userId="9dee6858f87a00bb" providerId="LiveId" clId="{77093713-50DB-40CB-89DB-15035DA89AF5}" dt="2022-05-31T03:33:55.185" v="28"/>
          <ac:picMkLst>
            <pc:docMk/>
            <pc:sldMk cId="2463690688" sldId="257"/>
            <ac:picMk id="6" creationId="{BC90A3B6-0A01-3BFF-C48D-92711D496186}"/>
          </ac:picMkLst>
        </pc:picChg>
        <pc:picChg chg="mod topLvl">
          <ac:chgData name="David Craig" userId="9dee6858f87a00bb" providerId="LiveId" clId="{77093713-50DB-40CB-89DB-15035DA89AF5}" dt="2022-05-31T03:33:51.646" v="25" actId="164"/>
          <ac:picMkLst>
            <pc:docMk/>
            <pc:sldMk cId="2463690688" sldId="257"/>
            <ac:picMk id="7" creationId="{E3E9D6E5-E771-29F3-DD1A-2BF74987C0D1}"/>
          </ac:picMkLst>
        </pc:picChg>
        <pc:picChg chg="mod topLvl">
          <ac:chgData name="David Craig" userId="9dee6858f87a00bb" providerId="LiveId" clId="{77093713-50DB-40CB-89DB-15035DA89AF5}" dt="2022-05-31T03:33:51.646" v="25" actId="164"/>
          <ac:picMkLst>
            <pc:docMk/>
            <pc:sldMk cId="2463690688" sldId="257"/>
            <ac:picMk id="9" creationId="{4AE2179B-6695-48AA-9BC0-EDBA65C83502}"/>
          </ac:picMkLst>
        </pc:picChg>
        <pc:picChg chg="mod topLvl">
          <ac:chgData name="David Craig" userId="9dee6858f87a00bb" providerId="LiveId" clId="{77093713-50DB-40CB-89DB-15035DA89AF5}" dt="2022-05-31T03:33:51.646" v="25" actId="164"/>
          <ac:picMkLst>
            <pc:docMk/>
            <pc:sldMk cId="2463690688" sldId="257"/>
            <ac:picMk id="11" creationId="{A875089B-87B0-7265-2F24-C0D01C56B458}"/>
          </ac:picMkLst>
        </pc:picChg>
        <pc:picChg chg="mod topLvl">
          <ac:chgData name="David Craig" userId="9dee6858f87a00bb" providerId="LiveId" clId="{77093713-50DB-40CB-89DB-15035DA89AF5}" dt="2022-05-31T03:33:51.646" v="25" actId="164"/>
          <ac:picMkLst>
            <pc:docMk/>
            <pc:sldMk cId="2463690688" sldId="257"/>
            <ac:picMk id="13" creationId="{777B0684-A230-1161-A28C-934141D75D4E}"/>
          </ac:picMkLst>
        </pc:picChg>
        <pc:picChg chg="mod topLvl">
          <ac:chgData name="David Craig" userId="9dee6858f87a00bb" providerId="LiveId" clId="{77093713-50DB-40CB-89DB-15035DA89AF5}" dt="2022-05-31T03:33:51.646" v="25" actId="164"/>
          <ac:picMkLst>
            <pc:docMk/>
            <pc:sldMk cId="2463690688" sldId="257"/>
            <ac:picMk id="15" creationId="{FEF6F508-7ECB-CB44-5BC1-5BDB5A8BC087}"/>
          </ac:picMkLst>
        </pc:picChg>
        <pc:picChg chg="mod topLvl modCrop">
          <ac:chgData name="David Craig" userId="9dee6858f87a00bb" providerId="LiveId" clId="{77093713-50DB-40CB-89DB-15035DA89AF5}" dt="2022-05-31T03:33:51.646" v="25" actId="164"/>
          <ac:picMkLst>
            <pc:docMk/>
            <pc:sldMk cId="2463690688" sldId="257"/>
            <ac:picMk id="20" creationId="{265EFCCC-B477-D21B-D977-DEA7F97686D5}"/>
          </ac:picMkLst>
        </pc:picChg>
        <pc:picChg chg="mod">
          <ac:chgData name="David Craig" userId="9dee6858f87a00bb" providerId="LiveId" clId="{77093713-50DB-40CB-89DB-15035DA89AF5}" dt="2022-05-31T03:33:52.953" v="26"/>
          <ac:picMkLst>
            <pc:docMk/>
            <pc:sldMk cId="2463690688" sldId="257"/>
            <ac:picMk id="21" creationId="{B023341E-E4A4-3942-EE85-133317C4893F}"/>
          </ac:picMkLst>
        </pc:picChg>
        <pc:picChg chg="mod">
          <ac:chgData name="David Craig" userId="9dee6858f87a00bb" providerId="LiveId" clId="{77093713-50DB-40CB-89DB-15035DA89AF5}" dt="2022-05-31T03:33:52.953" v="26"/>
          <ac:picMkLst>
            <pc:docMk/>
            <pc:sldMk cId="2463690688" sldId="257"/>
            <ac:picMk id="23" creationId="{F5664AE8-D956-3CA5-0212-4B8EFF547268}"/>
          </ac:picMkLst>
        </pc:picChg>
        <pc:picChg chg="mod">
          <ac:chgData name="David Craig" userId="9dee6858f87a00bb" providerId="LiveId" clId="{77093713-50DB-40CB-89DB-15035DA89AF5}" dt="2022-05-31T03:33:52.953" v="26"/>
          <ac:picMkLst>
            <pc:docMk/>
            <pc:sldMk cId="2463690688" sldId="257"/>
            <ac:picMk id="25" creationId="{8365BA9D-CC6B-A2F2-9F68-CB37C328BFE2}"/>
          </ac:picMkLst>
        </pc:picChg>
        <pc:picChg chg="del">
          <ac:chgData name="David Craig" userId="9dee6858f87a00bb" providerId="LiveId" clId="{77093713-50DB-40CB-89DB-15035DA89AF5}" dt="2022-05-31T03:30:29.783" v="1" actId="478"/>
          <ac:picMkLst>
            <pc:docMk/>
            <pc:sldMk cId="2463690688" sldId="257"/>
            <ac:picMk id="26" creationId="{5F53293D-2CEC-32C0-ECDE-4955515582FB}"/>
          </ac:picMkLst>
        </pc:picChg>
        <pc:picChg chg="mod">
          <ac:chgData name="David Craig" userId="9dee6858f87a00bb" providerId="LiveId" clId="{77093713-50DB-40CB-89DB-15035DA89AF5}" dt="2022-05-31T03:33:52.953" v="26"/>
          <ac:picMkLst>
            <pc:docMk/>
            <pc:sldMk cId="2463690688" sldId="257"/>
            <ac:picMk id="28" creationId="{D571E555-D9B0-A2DB-AF04-A799831C2DB0}"/>
          </ac:picMkLst>
        </pc:picChg>
        <pc:picChg chg="mod">
          <ac:chgData name="David Craig" userId="9dee6858f87a00bb" providerId="LiveId" clId="{77093713-50DB-40CB-89DB-15035DA89AF5}" dt="2022-05-31T03:33:52.953" v="26"/>
          <ac:picMkLst>
            <pc:docMk/>
            <pc:sldMk cId="2463690688" sldId="257"/>
            <ac:picMk id="29" creationId="{D484B133-5844-320B-E9CD-2BB46F936345}"/>
          </ac:picMkLst>
        </pc:picChg>
        <pc:picChg chg="mod">
          <ac:chgData name="David Craig" userId="9dee6858f87a00bb" providerId="LiveId" clId="{77093713-50DB-40CB-89DB-15035DA89AF5}" dt="2022-05-31T03:33:52.953" v="26"/>
          <ac:picMkLst>
            <pc:docMk/>
            <pc:sldMk cId="2463690688" sldId="257"/>
            <ac:picMk id="30" creationId="{C5ABB8A8-A95B-79F3-E1C0-31845FE9CE7D}"/>
          </ac:picMkLst>
        </pc:picChg>
        <pc:picChg chg="mod">
          <ac:chgData name="David Craig" userId="9dee6858f87a00bb" providerId="LiveId" clId="{77093713-50DB-40CB-89DB-15035DA89AF5}" dt="2022-05-31T03:33:52.953" v="26"/>
          <ac:picMkLst>
            <pc:docMk/>
            <pc:sldMk cId="2463690688" sldId="257"/>
            <ac:picMk id="33" creationId="{2824BCFF-21CF-77FE-1E6F-E53106376E49}"/>
          </ac:picMkLst>
        </pc:picChg>
        <pc:picChg chg="mod">
          <ac:chgData name="David Craig" userId="9dee6858f87a00bb" providerId="LiveId" clId="{77093713-50DB-40CB-89DB-15035DA89AF5}" dt="2022-05-31T03:33:52.953" v="26"/>
          <ac:picMkLst>
            <pc:docMk/>
            <pc:sldMk cId="2463690688" sldId="257"/>
            <ac:picMk id="35" creationId="{3A6A563A-DBD3-54DC-591D-71D97F5D54DC}"/>
          </ac:picMkLst>
        </pc:picChg>
        <pc:picChg chg="del">
          <ac:chgData name="David Craig" userId="9dee6858f87a00bb" providerId="LiveId" clId="{77093713-50DB-40CB-89DB-15035DA89AF5}" dt="2022-05-31T03:30:24.510" v="0" actId="478"/>
          <ac:picMkLst>
            <pc:docMk/>
            <pc:sldMk cId="2463690688" sldId="257"/>
            <ac:picMk id="42" creationId="{BFDDB79B-78E5-54E2-CA25-BD99F0BBA9E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52D5-FC0D-728C-F602-E8C71C42B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D72C6-06B0-A940-D50E-61262CC08F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67B05-01FE-393A-7E89-B9AF29A12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2636B-93AE-4EE8-9634-9602CF1FCC6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8DA17-92FC-A24F-50D3-C4E894DF2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2BE0B-F987-474C-1645-0EF765B3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6D57-FB21-486E-BBF4-8101F181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17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F54D5-C437-09D6-97C2-F266F351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57F32-22D7-B1B0-06E9-7E4DA079A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76506-46DC-B5EF-9E14-57286B819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2636B-93AE-4EE8-9634-9602CF1FCC6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B664F-020F-89B9-F050-7617C4F71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563D6-B031-EBAF-E5FC-91CB423D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6D57-FB21-486E-BBF4-8101F181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2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9054C-FC7B-444F-8198-CBBB46BC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18198-BC88-9470-6D75-A315624FF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B4887-66BF-EB2E-DD9F-135AD483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2636B-93AE-4EE8-9634-9602CF1FCC6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4389D-DD04-1327-1713-D2CA2E31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A3439-0A86-E72E-CBF6-F209E4F33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6D57-FB21-486E-BBF4-8101F181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48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90EF2-5355-70C4-7785-91BAF5DB9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1F707-55DF-12EA-62B8-9067077DD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367BE-D0FF-ECE8-802D-992D0BA54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82BCB-AB65-ADE7-0859-7F63BA96B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2636B-93AE-4EE8-9634-9602CF1FCC6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F4F67-83A7-D6D1-423E-65158C66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6EF17-D631-B650-B3CF-67EAB5981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6D57-FB21-486E-BBF4-8101F181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77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0C40A-3389-C106-4277-25FF120CD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C1B57-B186-927D-FD4F-654948A2D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928B6-5138-71A7-D0DC-9EF4171D7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CC990-0469-585A-A2DA-CC45435BC2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F65530-8832-EC42-95C2-71E84AFBB8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E796A3-BC1B-1DEC-7F6B-B881BA2FF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2636B-93AE-4EE8-9634-9602CF1FCC6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7EAD5-1084-7765-E089-E90B607B6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DEC50E-8E02-D48D-3EBC-3C1F27551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6D57-FB21-486E-BBF4-8101F181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33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C78EA-162F-DAB5-1F07-276E50D9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72868-17E5-33F3-942C-C87417041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2636B-93AE-4EE8-9634-9602CF1FCC6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724E7-11A0-BF51-2E21-14FB83D30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A8598-D56F-C278-8E81-CA6B8504F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6D57-FB21-486E-BBF4-8101F181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9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4DC9EF-B983-02AB-FFD8-F9501972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2636B-93AE-4EE8-9634-9602CF1FCC6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BF4E0F-6258-BE00-8E46-401E72AF9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E7C00-9B26-6606-AA1D-3B5E5A313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6D57-FB21-486E-BBF4-8101F181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5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F7976-5A5A-A2A4-5EA9-272D8E40C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B8E1A-4DE0-A9B3-A748-EBD56545B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DB990-AD44-B617-4EC5-0973BC8E6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36088-6634-8F6F-E8E8-13EE4A6D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2636B-93AE-4EE8-9634-9602CF1FCC6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A7800-BACC-DE1C-99F7-656461124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D1165-9D17-716E-A6F9-E5DAE076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6D57-FB21-486E-BBF4-8101F181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93B28-8418-89BE-6526-E7C2ADFB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7FA6EF-F039-08D7-E66D-773121677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BA49E-7C66-90A2-7316-8750165B4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4EB52-6F9E-2CFE-6A2A-DAC62FA07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2636B-93AE-4EE8-9634-9602CF1FCC6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709D6-2163-5335-5C7C-0D9A1423E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C6B18-B88C-26EC-91C9-1F1EA12A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6D57-FB21-486E-BBF4-8101F181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821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B3A7-92CF-9963-AAC1-7670ADECC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D5397-7475-5425-8D15-A706C114E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088E4-E01F-BB91-C211-B9A702C1C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2636B-93AE-4EE8-9634-9602CF1FCC6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916B1-FE11-2705-0F92-92EE4DA1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549AB-007F-6CA0-7796-22CC11EE5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6D57-FB21-486E-BBF4-8101F181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05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CA8DA8-7DDE-0383-F0B2-247AEA15B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C107E6-5BEB-0B83-4987-99F7F0981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CD2A0-6583-2574-8318-1FE670094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2636B-93AE-4EE8-9634-9602CF1FCC6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D1D09-57ED-BEAD-2D91-EBC72FD10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D1529-B794-DA44-7CD3-D49FC7574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D6D57-FB21-486E-BBF4-8101F181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5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22C6C-9BD0-2F34-6A22-551EC8F13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B20B2-F459-ED5F-0384-644F7F073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D862A-8773-E400-91EB-F1F211CDEE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2636B-93AE-4EE8-9634-9602CF1FCC67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05EFA-D370-0742-5FC6-1D9206B93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28ABA-B180-C54A-1221-F1447155B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D6D57-FB21-486E-BBF4-8101F181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698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8A5A226-5040-4B9D-4C5C-ADBE15F96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661" y="647393"/>
            <a:ext cx="2238687" cy="2191056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5F7C4F4-00B1-FF72-4FBF-0A1A881F8F03}"/>
              </a:ext>
            </a:extLst>
          </p:cNvPr>
          <p:cNvGrpSpPr/>
          <p:nvPr/>
        </p:nvGrpSpPr>
        <p:grpSpPr>
          <a:xfrm>
            <a:off x="4024140" y="1218248"/>
            <a:ext cx="5090211" cy="2995720"/>
            <a:chOff x="4748040" y="2795588"/>
            <a:chExt cx="5090211" cy="2995720"/>
          </a:xfrm>
        </p:grpSpPr>
        <p:pic>
          <p:nvPicPr>
            <p:cNvPr id="3" name="Picture 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C519D1F4-2D2E-CBA7-E065-204EB29D6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55"/>
            <a:stretch>
              <a:fillRect/>
            </a:stretch>
          </p:blipFill>
          <p:spPr>
            <a:xfrm>
              <a:off x="5886449" y="2838450"/>
              <a:ext cx="2981325" cy="290512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D1FDA29-1737-EAF5-1591-12C1863BF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032" t="2555"/>
            <a:stretch>
              <a:fillRect/>
            </a:stretch>
          </p:blipFill>
          <p:spPr>
            <a:xfrm>
              <a:off x="5681709" y="2838449"/>
              <a:ext cx="204740" cy="290512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777F4A9-52E7-91F6-E754-CB13522FC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032" t="2555"/>
            <a:stretch>
              <a:fillRect/>
            </a:stretch>
          </p:blipFill>
          <p:spPr>
            <a:xfrm rot="10800000" flipV="1">
              <a:off x="5476969" y="2838449"/>
              <a:ext cx="204740" cy="29051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8C261F9-B945-7CED-92E7-19CDE8DD7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032" t="2555"/>
            <a:stretch>
              <a:fillRect/>
            </a:stretch>
          </p:blipFill>
          <p:spPr>
            <a:xfrm rot="10800000" flipH="1" flipV="1">
              <a:off x="5281464" y="2838449"/>
              <a:ext cx="204740" cy="290512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6CCBD98-C2D6-A307-CC66-349A02287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032" t="2555"/>
            <a:stretch>
              <a:fillRect/>
            </a:stretch>
          </p:blipFill>
          <p:spPr>
            <a:xfrm rot="10800000" flipV="1">
              <a:off x="5122708" y="2838449"/>
              <a:ext cx="204740" cy="290512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9408A3F-B323-7582-071A-2226BB534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032" t="2555"/>
            <a:stretch>
              <a:fillRect/>
            </a:stretch>
          </p:blipFill>
          <p:spPr>
            <a:xfrm rot="10800000" flipH="1" flipV="1">
              <a:off x="4945577" y="2838449"/>
              <a:ext cx="204740" cy="290512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916B31C-B3F8-1E42-447D-D5AE093E0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032" t="2555"/>
            <a:stretch>
              <a:fillRect/>
            </a:stretch>
          </p:blipFill>
          <p:spPr>
            <a:xfrm rot="10800000" flipV="1">
              <a:off x="4748040" y="2838449"/>
              <a:ext cx="204740" cy="290512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82358BA-4C3E-4D09-7E11-1118FECF5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" r="18548"/>
            <a:stretch>
              <a:fillRect/>
            </a:stretch>
          </p:blipFill>
          <p:spPr>
            <a:xfrm flipH="1">
              <a:off x="8867775" y="2795588"/>
              <a:ext cx="142880" cy="299572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451D245-93C8-198E-F26A-25A7BCF9D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" r="18548"/>
            <a:stretch>
              <a:fillRect/>
            </a:stretch>
          </p:blipFill>
          <p:spPr>
            <a:xfrm>
              <a:off x="9010654" y="2795588"/>
              <a:ext cx="142880" cy="299572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E014384-EB3E-28F6-5064-424B999F0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" r="18548"/>
            <a:stretch>
              <a:fillRect/>
            </a:stretch>
          </p:blipFill>
          <p:spPr>
            <a:xfrm flipH="1">
              <a:off x="9150596" y="2795588"/>
              <a:ext cx="142880" cy="299572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8019F94-64FA-0350-2986-D09CD14C7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" r="18548"/>
            <a:stretch>
              <a:fillRect/>
            </a:stretch>
          </p:blipFill>
          <p:spPr>
            <a:xfrm>
              <a:off x="9293481" y="2795588"/>
              <a:ext cx="142880" cy="299572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6435AEB-0488-10AC-177D-53437CA0B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" r="18548"/>
            <a:stretch>
              <a:fillRect/>
            </a:stretch>
          </p:blipFill>
          <p:spPr>
            <a:xfrm flipH="1">
              <a:off x="9422986" y="2795588"/>
              <a:ext cx="142880" cy="2995720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C22496C-293B-9184-ED2C-64E94273F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" r="18548"/>
            <a:stretch>
              <a:fillRect/>
            </a:stretch>
          </p:blipFill>
          <p:spPr>
            <a:xfrm>
              <a:off x="9552491" y="2795588"/>
              <a:ext cx="142880" cy="299572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9056DD4-1F0F-B9B0-CE51-D36ED03CC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" r="18548"/>
            <a:stretch>
              <a:fillRect/>
            </a:stretch>
          </p:blipFill>
          <p:spPr>
            <a:xfrm flipH="1">
              <a:off x="9695371" y="2795588"/>
              <a:ext cx="142880" cy="299572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A14CC13-3BFD-2FD4-546D-ACCF141C3C4E}"/>
              </a:ext>
            </a:extLst>
          </p:cNvPr>
          <p:cNvGrpSpPr/>
          <p:nvPr/>
        </p:nvGrpSpPr>
        <p:grpSpPr>
          <a:xfrm>
            <a:off x="4855438" y="3189923"/>
            <a:ext cx="5090211" cy="2995720"/>
            <a:chOff x="4748040" y="2795588"/>
            <a:chExt cx="5090211" cy="2995720"/>
          </a:xfrm>
        </p:grpSpPr>
        <p:pic>
          <p:nvPicPr>
            <p:cNvPr id="24" name="Picture 23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D4D56C5F-1E16-174A-9A4B-71832B9C9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555"/>
            <a:stretch>
              <a:fillRect/>
            </a:stretch>
          </p:blipFill>
          <p:spPr>
            <a:xfrm>
              <a:off x="5886449" y="2838450"/>
              <a:ext cx="2981325" cy="290512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8885E23-0401-BA54-D338-4B7B158CE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032" t="2555"/>
            <a:stretch>
              <a:fillRect/>
            </a:stretch>
          </p:blipFill>
          <p:spPr>
            <a:xfrm>
              <a:off x="5681709" y="2838449"/>
              <a:ext cx="204740" cy="2905126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59A0C64-0952-CA08-57E4-744591E85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032" t="2555"/>
            <a:stretch>
              <a:fillRect/>
            </a:stretch>
          </p:blipFill>
          <p:spPr>
            <a:xfrm rot="10800000" flipV="1">
              <a:off x="5476969" y="2838449"/>
              <a:ext cx="204740" cy="2905126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27EFD8A-FFC4-06D0-2323-21AABE347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032" t="2555"/>
            <a:stretch>
              <a:fillRect/>
            </a:stretch>
          </p:blipFill>
          <p:spPr>
            <a:xfrm rot="10800000" flipH="1" flipV="1">
              <a:off x="5281464" y="2838449"/>
              <a:ext cx="204740" cy="2905126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F3BE54B-8763-B128-4331-A2199837C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032" t="2555"/>
            <a:stretch>
              <a:fillRect/>
            </a:stretch>
          </p:blipFill>
          <p:spPr>
            <a:xfrm rot="10800000" flipV="1">
              <a:off x="5122708" y="2838449"/>
              <a:ext cx="204740" cy="290512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97F31F1-4075-92DF-8D3A-548D57888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032" t="2555"/>
            <a:stretch>
              <a:fillRect/>
            </a:stretch>
          </p:blipFill>
          <p:spPr>
            <a:xfrm rot="10800000" flipH="1" flipV="1">
              <a:off x="4945577" y="2838449"/>
              <a:ext cx="204740" cy="2905126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C25B223-6552-678B-BCE7-6A5448FD9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032" t="2555"/>
            <a:stretch>
              <a:fillRect/>
            </a:stretch>
          </p:blipFill>
          <p:spPr>
            <a:xfrm rot="10800000" flipV="1">
              <a:off x="4748040" y="2838449"/>
              <a:ext cx="204740" cy="2905126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E51891A2-9C1F-7FF8-BEEC-088F82782D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" r="18548"/>
            <a:stretch>
              <a:fillRect/>
            </a:stretch>
          </p:blipFill>
          <p:spPr>
            <a:xfrm flipH="1">
              <a:off x="8867775" y="2795588"/>
              <a:ext cx="142880" cy="299572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CCCC154-EE75-5226-4E10-DE8159A26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" r="18548"/>
            <a:stretch>
              <a:fillRect/>
            </a:stretch>
          </p:blipFill>
          <p:spPr>
            <a:xfrm>
              <a:off x="9010654" y="2795588"/>
              <a:ext cx="142880" cy="2995720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1439E5B-1E10-77EB-BE97-D91ABC01F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" r="18548"/>
            <a:stretch>
              <a:fillRect/>
            </a:stretch>
          </p:blipFill>
          <p:spPr>
            <a:xfrm flipH="1">
              <a:off x="9150596" y="2795588"/>
              <a:ext cx="142880" cy="2995720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CC59760-7CE1-1275-7BD2-8D3211636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" r="18548"/>
            <a:stretch>
              <a:fillRect/>
            </a:stretch>
          </p:blipFill>
          <p:spPr>
            <a:xfrm>
              <a:off x="9293481" y="2795588"/>
              <a:ext cx="142880" cy="2995720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D5369ACD-24E1-6C98-03B0-2A4CB1EC2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" r="18548"/>
            <a:stretch>
              <a:fillRect/>
            </a:stretch>
          </p:blipFill>
          <p:spPr>
            <a:xfrm flipH="1">
              <a:off x="9422986" y="2795588"/>
              <a:ext cx="142880" cy="299572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22CCE49-65AF-AE57-3F7C-098D52172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" r="18548"/>
            <a:stretch>
              <a:fillRect/>
            </a:stretch>
          </p:blipFill>
          <p:spPr>
            <a:xfrm>
              <a:off x="9552491" y="2795588"/>
              <a:ext cx="142880" cy="299572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0A3C003-37A1-7470-D86C-E361E3D7A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1" r="18548"/>
            <a:stretch>
              <a:fillRect/>
            </a:stretch>
          </p:blipFill>
          <p:spPr>
            <a:xfrm flipH="1">
              <a:off x="9695371" y="2795588"/>
              <a:ext cx="142880" cy="29957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8709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78440265-1440-87CB-4CD7-BDF83CDE36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2" t="7325" r="1221" b="3801"/>
          <a:stretch>
            <a:fillRect/>
          </a:stretch>
        </p:blipFill>
        <p:spPr>
          <a:xfrm>
            <a:off x="5467349" y="3604261"/>
            <a:ext cx="4953001" cy="2660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50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EEA5879-718B-E71F-3E53-4F1EF6C8D754}"/>
              </a:ext>
            </a:extLst>
          </p:cNvPr>
          <p:cNvSpPr/>
          <p:nvPr/>
        </p:nvSpPr>
        <p:spPr>
          <a:xfrm>
            <a:off x="2590953" y="2219326"/>
            <a:ext cx="7781774" cy="191514"/>
          </a:xfrm>
          <a:prstGeom prst="rect">
            <a:avLst/>
          </a:prstGeom>
          <a:solidFill>
            <a:srgbClr val="257C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26DE27A-D86C-A813-7A71-C4AFE58D2B32}"/>
              </a:ext>
            </a:extLst>
          </p:cNvPr>
          <p:cNvGrpSpPr/>
          <p:nvPr/>
        </p:nvGrpSpPr>
        <p:grpSpPr>
          <a:xfrm>
            <a:off x="2590953" y="1677744"/>
            <a:ext cx="7781773" cy="733096"/>
            <a:chOff x="2590953" y="1677744"/>
            <a:chExt cx="7781773" cy="73309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38C1CF3-0D7E-4982-7A5C-D9DC537D2983}"/>
                </a:ext>
              </a:extLst>
            </p:cNvPr>
            <p:cNvGrpSpPr/>
            <p:nvPr/>
          </p:nvGrpSpPr>
          <p:grpSpPr>
            <a:xfrm rot="5400000">
              <a:off x="6211049" y="-1942352"/>
              <a:ext cx="541581" cy="7781773"/>
              <a:chOff x="4748040" y="2838449"/>
              <a:chExt cx="1138409" cy="2905126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E1AA0EAD-FB1C-D036-12FE-09740A569E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4032" t="2555"/>
              <a:stretch>
                <a:fillRect/>
              </a:stretch>
            </p:blipFill>
            <p:spPr>
              <a:xfrm>
                <a:off x="5681709" y="2838449"/>
                <a:ext cx="204740" cy="2905126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A5E8103-B0BE-6341-56BD-8E8B49BBB6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4032" t="2555"/>
              <a:stretch>
                <a:fillRect/>
              </a:stretch>
            </p:blipFill>
            <p:spPr>
              <a:xfrm rot="10800000" flipV="1">
                <a:off x="5476969" y="2838449"/>
                <a:ext cx="204740" cy="2905126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7B61B16-A9D8-CFFB-FEF3-04C1844D9E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4032" t="2555"/>
              <a:stretch>
                <a:fillRect/>
              </a:stretch>
            </p:blipFill>
            <p:spPr>
              <a:xfrm rot="10800000" flipH="1" flipV="1">
                <a:off x="5281464" y="2838449"/>
                <a:ext cx="204740" cy="2905126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8F56E5C-94DA-C3C8-EA55-83EBA179AA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4032" t="2555"/>
              <a:stretch>
                <a:fillRect/>
              </a:stretch>
            </p:blipFill>
            <p:spPr>
              <a:xfrm rot="10800000" flipV="1">
                <a:off x="5122708" y="2838449"/>
                <a:ext cx="204740" cy="2905126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CC86433-7B9F-88EA-3468-DECDC86288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4032" t="2555"/>
              <a:stretch>
                <a:fillRect/>
              </a:stretch>
            </p:blipFill>
            <p:spPr>
              <a:xfrm rot="10800000" flipH="1" flipV="1">
                <a:off x="4945577" y="2838449"/>
                <a:ext cx="204740" cy="2905126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0F00E95-31F8-7CFA-C6CE-6434DAECE0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14032" t="2555"/>
              <a:stretch>
                <a:fillRect/>
              </a:stretch>
            </p:blipFill>
            <p:spPr>
              <a:xfrm rot="10800000" flipV="1">
                <a:off x="4748040" y="2838449"/>
                <a:ext cx="204740" cy="2905126"/>
              </a:xfrm>
              <a:prstGeom prst="rect">
                <a:avLst/>
              </a:prstGeom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3D1084E-DDAB-E052-D3E9-6739D5473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81453" y="1833006"/>
              <a:ext cx="590395" cy="57783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6F52EC9-9752-4B7D-E24B-A0E1F5E33381}"/>
                </a:ext>
              </a:extLst>
            </p:cNvPr>
            <p:cNvSpPr txBox="1"/>
            <p:nvPr/>
          </p:nvSpPr>
          <p:spPr>
            <a:xfrm>
              <a:off x="3371848" y="1791845"/>
              <a:ext cx="360085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FFFFFF"/>
                  </a:solidFill>
                </a:rPr>
                <a:t>Completeness Chart</a:t>
              </a:r>
              <a:endParaRPr lang="en-US" b="1" dirty="0">
                <a:solidFill>
                  <a:srgbClr val="FFFFFF"/>
                </a:solidFill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EB791395-72CE-4887-9DA5-E11732254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366" y="2980905"/>
            <a:ext cx="7785267" cy="89619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78730DF-A9F2-1403-45C0-2FD1375C23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7484"/>
          <a:stretch>
            <a:fillRect/>
          </a:stretch>
        </p:blipFill>
        <p:spPr>
          <a:xfrm>
            <a:off x="2131479" y="4634759"/>
            <a:ext cx="7785267" cy="73949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68B0C4D-3D23-6BBB-D92E-C4A29F76E30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7484"/>
          <a:stretch>
            <a:fillRect/>
          </a:stretch>
        </p:blipFill>
        <p:spPr>
          <a:xfrm>
            <a:off x="1855434" y="598103"/>
            <a:ext cx="7785267" cy="73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40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2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Craig</dc:creator>
  <cp:lastModifiedBy>David E. Craig</cp:lastModifiedBy>
  <cp:revision>15</cp:revision>
  <dcterms:created xsi:type="dcterms:W3CDTF">2022-03-12T00:07:37Z</dcterms:created>
  <dcterms:modified xsi:type="dcterms:W3CDTF">2025-12-16T03:45:57Z</dcterms:modified>
</cp:coreProperties>
</file>